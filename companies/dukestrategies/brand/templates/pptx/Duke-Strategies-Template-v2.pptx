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lliammasquelier/Repositories/stromy-org/Cowork/.claude/companies/dukestrategies/brand/logo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81000"/>
            <a:ext cx="301377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1714500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400" dirty="0"/>
          </a:p>
        </p:txBody>
      </p:sp>
      <p:pic>
        <p:nvPicPr>
          <p:cNvPr id="4" name="Image 1" descr="/Users/williammasquelier/Repositories/stromy-org/Cowork/workspace/duke-strategies/brand/build/brand/slides-v2/accent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412950"/>
            <a:ext cx="1015901" cy="3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2000" y="2654201"/>
            <a:ext cx="777240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6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or description goes here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733705" y="4629150"/>
            <a:ext cx="9203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dukestrategies.eu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47929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FF7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63526"/>
            <a:ext cx="4792929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807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methodology bridges the gap between strategic vision and measurable impact across public affairs and communications.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743968"/>
            <a:ext cx="4698950" cy="109716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807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mapping and analysis</a:t>
            </a:r>
            <a:endParaRPr lang="en-US" sz="1200" dirty="0"/>
          </a:p>
          <a:p>
            <a:pPr algn="l" marL="114300" indent="-1143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807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narrative development</a:t>
            </a:r>
            <a:endParaRPr lang="en-US" sz="1200" dirty="0"/>
          </a:p>
          <a:p>
            <a:pPr algn="l" marL="114300" indent="-1143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807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Coalition building strategies</a:t>
            </a:r>
            <a:endParaRPr lang="en-US" sz="1200" dirty="0"/>
          </a:p>
          <a:p>
            <a:pPr algn="l" marL="114300" indent="-1143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807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measurement frameworks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13474" y="762000"/>
            <a:ext cx="3222575" cy="1390352"/>
          </a:xfrm>
          <a:prstGeom prst="roundRect">
            <a:avLst>
              <a:gd name="adj" fmla="val 548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37287" y="762000"/>
            <a:ext cx="0" cy="1390352"/>
          </a:xfrm>
          <a:prstGeom prst="line">
            <a:avLst/>
          </a:prstGeom>
          <a:noFill/>
          <a:ln w="47625">
            <a:solidFill>
              <a:srgbClr val="FF7F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1015901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0" y="1269802"/>
            <a:ext cx="272049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2000"/>
              </a:spcAft>
              <a:buNone/>
            </a:pPr>
            <a:r>
              <a:rPr lang="en-US" sz="1100" dirty="0">
                <a:solidFill>
                  <a:srgbClr val="807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public affairs strategy requires both analytical rigour and creative storytelling to drive sustainable outcomes.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4775299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FD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pic>
        <p:nvPicPr>
          <p:cNvPr id="11" name="Image 0" descr="/Users/williammasquelier/Repositories/stromy-org/Cowork/.claude/companies/dukestrategies/brand/logo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380" y="4660999"/>
            <a:ext cx="200620" cy="2539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82905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396901"/>
            <a:ext cx="2489150" cy="1577876"/>
          </a:xfrm>
          <a:prstGeom prst="roundRect">
            <a:avLst>
              <a:gd name="adj" fmla="val 6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1299" dir="378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396901"/>
            <a:ext cx="2489150" cy="50750"/>
          </a:xfrm>
          <a:prstGeom prst="roundRect">
            <a:avLst>
              <a:gd name="adj" fmla="val 200198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3955" y="1777901"/>
            <a:ext cx="191714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FF7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93955" y="2447776"/>
            <a:ext cx="19171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800"/>
              </a:spcAft>
              <a:buNone/>
            </a:pPr>
            <a:r>
              <a:rPr lang="en-US" sz="1200" dirty="0">
                <a:solidFill>
                  <a:srgbClr val="807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27350" y="1396901"/>
            <a:ext cx="2489150" cy="1577876"/>
          </a:xfrm>
          <a:prstGeom prst="roundRect">
            <a:avLst>
              <a:gd name="adj" fmla="val 6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1299" dir="378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27350" y="1396901"/>
            <a:ext cx="2489150" cy="50750"/>
          </a:xfrm>
          <a:prstGeom prst="roundRect">
            <a:avLst>
              <a:gd name="adj" fmla="val 200198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3355" y="1777901"/>
            <a:ext cx="191714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FF7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€12.4M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613355" y="2447776"/>
            <a:ext cx="19171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800"/>
              </a:spcAft>
              <a:buNone/>
            </a:pPr>
            <a:r>
              <a:rPr lang="en-US" sz="1200" dirty="0">
                <a:solidFill>
                  <a:srgbClr val="807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750" y="1396901"/>
            <a:ext cx="2489150" cy="1577876"/>
          </a:xfrm>
          <a:prstGeom prst="roundRect">
            <a:avLst>
              <a:gd name="adj" fmla="val 6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1299" dir="378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46750" y="1396901"/>
            <a:ext cx="2489150" cy="50750"/>
          </a:xfrm>
          <a:prstGeom prst="roundRect">
            <a:avLst>
              <a:gd name="adj" fmla="val 200198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32755" y="1777901"/>
            <a:ext cx="191714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FF7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432755" y="2447776"/>
            <a:ext cx="19171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800"/>
              </a:spcAft>
              <a:buNone/>
            </a:pPr>
            <a:r>
              <a:rPr lang="en-US" sz="1200" dirty="0">
                <a:solidFill>
                  <a:srgbClr val="807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Engagements</a:t>
            </a:r>
            <a:endParaRPr lang="en-US" sz="1200" dirty="0"/>
          </a:p>
        </p:txBody>
      </p:sp>
      <p:pic>
        <p:nvPicPr>
          <p:cNvPr id="16" name="Image 0" descr="/Users/williammasquelier/Repositories/stromy-org/Cowork/.claude/companies/dukestrategies/brand/logo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380" y="4660999"/>
            <a:ext cx="200620" cy="2539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lliammasquelier/Repositories/stromy-org/Cowork/workspace/duke-strategies/brand/build/brand/slides-v2/slide4-left-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179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98950" y="762000"/>
            <a:ext cx="40156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FF7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Bridges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698950" y="1263551"/>
            <a:ext cx="4015689" cy="79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807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connect stakeholders, align interests, and build lasting partnerships that deliver measurable outcomes.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698950" y="2233315"/>
            <a:ext cx="3936950" cy="82287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807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relations</a:t>
            </a:r>
            <a:endParaRPr lang="en-US" sz="1200" dirty="0"/>
          </a:p>
          <a:p>
            <a:pPr algn="l" marL="114300" indent="-1143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807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engagement</a:t>
            </a:r>
            <a:endParaRPr lang="en-US" sz="1200" dirty="0"/>
          </a:p>
          <a:p>
            <a:pPr algn="l" marL="114300" indent="-1143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807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communications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698950" y="3111401"/>
            <a:ext cx="634901" cy="50750"/>
          </a:xfrm>
          <a:prstGeom prst="roundRect">
            <a:avLst>
              <a:gd name="adj" fmla="val 50049"/>
            </a:avLst>
          </a:prstGeom>
          <a:solidFill>
            <a:srgbClr val="FF7F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1" descr="/Users/williammasquelier/Repositories/stromy-org/Cowork/.claude/companies/dukestrategies/brand/logo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380" y="4660999"/>
            <a:ext cx="200620" cy="2539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lliammasquelier/Repositories/stromy-org/Cowork/workspace/duke-strategies/brand/build/brand/slides-v2/quote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901" y="1079450"/>
            <a:ext cx="762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841450"/>
            <a:ext cx="7772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85800" y="2523976"/>
            <a:ext cx="7772400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20"/>
              </a:lnSpc>
              <a:spcBef>
                <a:spcPts val="2000"/>
              </a:spcBef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without execution is a daydream. Execution without strategy is a nightmare.</a:t>
            </a:r>
            <a:endParaRPr lang="en-US" sz="1700" dirty="0"/>
          </a:p>
        </p:txBody>
      </p:sp>
      <p:pic>
        <p:nvPicPr>
          <p:cNvPr id="5" name="Image 1" descr="/Users/williammasquelier/Repositories/stromy-org/Cowork/.claude/companies/dukestrategies/brand/logos/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01" y="4406950"/>
            <a:ext cx="281136" cy="355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69950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2174825"/>
            <a:ext cx="7772400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3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Duke Strategies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2571155"/>
            <a:ext cx="7772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Rotterdam, The Netherlands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921645"/>
            <a:ext cx="7772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info@dukestrategies.eu | dukestrategies.eu</a:t>
            </a:r>
            <a:endParaRPr lang="en-US" sz="1200" dirty="0"/>
          </a:p>
        </p:txBody>
      </p:sp>
      <p:pic>
        <p:nvPicPr>
          <p:cNvPr id="6" name="Image 0" descr="/Users/williammasquelier/Repositories/stromy-org/Cowork/.claude/companies/dukestrategies/brand/logo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673" y="4381500"/>
            <a:ext cx="301377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Duke Strategies Template</dc:title>
  <dc:subject>PptxGenJS Presentation</dc:subject>
  <dc:creator>Duke Strategies</dc:creator>
  <cp:lastModifiedBy>Duke Strategies</cp:lastModifiedBy>
  <cp:revision>1</cp:revision>
  <dcterms:created xsi:type="dcterms:W3CDTF">2026-03-31T12:51:40Z</dcterms:created>
  <dcterms:modified xsi:type="dcterms:W3CDTF">2026-03-31T12:51:40Z</dcterms:modified>
</cp:coreProperties>
</file>